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Airline Knowledge Graph QA system</a:t>
            </a:r>
          </a:p>
          <a:p>
            <a:r>
              <a:t>Three components: Question Understanding, Graph Retrieval, LLM Answering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 1: Intent &amp; Entity Extraction</a:t>
            </a:r>
          </a:p>
          <a:p>
            <a:r>
              <a:t>Component 2: Graph Retrieval (Baseline + Embeddings)</a:t>
            </a:r>
          </a:p>
          <a:p>
            <a:r>
              <a:t>Component 3: LLM Answer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1 – Question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Parses user questions into intent and entities</a:t>
            </a:r>
          </a:p>
          <a:p>
            <a:r>
              <a:t>Outputs structured JSON for downstream retrieval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Graph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Nodes: Passenger, Journey, Flight, Airport</a:t>
            </a:r>
          </a:p>
          <a:p>
            <a:r>
              <a:t>Relationships connect journeys, flights, and airports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2 – Baseline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Cypher-based queries over Neo4j</a:t>
            </a:r>
          </a:p>
          <a:p>
            <a:r>
              <a:t>13 analytical and lookup queries implemented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Exact queries insufficient for similarity-based questions</a:t>
            </a:r>
          </a:p>
          <a:p>
            <a:r>
              <a:t>Embeddings enable semantic similarity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 embeddings selected</a:t>
            </a:r>
          </a:p>
          <a:p>
            <a:r>
              <a:t>Embeddings stored as node properties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Node2Vec for structural similarity</a:t>
            </a:r>
          </a:p>
          <a:p>
            <a:r>
              <a:t>GraphSAGE for neighborhood aggregation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Similarity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Neo4j vector indexes created</a:t>
            </a:r>
          </a:p>
          <a:p>
            <a:r>
              <a:t>Similarity queried using db.index.vector.queryNodes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3 – LLM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receives only retrieved graph context</a:t>
            </a:r>
          </a:p>
          <a:p>
            <a:r>
              <a:t>No direct database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and embedding results merged</a:t>
            </a:r>
          </a:p>
          <a:p>
            <a:r>
              <a:t>Preserves data source for transparency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Persona-based prompt</a:t>
            </a:r>
          </a:p>
          <a:p>
            <a:r>
              <a:t>LLM restricted to graph-provided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Mistral-7B</a:t>
            </a:r>
          </a:p>
          <a:p>
            <a:r>
              <a:t>Zephyr-7B</a:t>
            </a:r>
          </a:p>
          <a:p>
            <a:r>
              <a:t>LLaMA-2-7B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 → Intent → Retrieval → Merge → LLM Answer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Grounded, explainable QA system</a:t>
            </a:r>
          </a:p>
          <a:p>
            <a:r>
              <a:t>All milestone requirements satisfied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